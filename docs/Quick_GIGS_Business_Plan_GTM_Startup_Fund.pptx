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A878"/>
                </a:solidFill>
                <a:latin typeface="Aptos"/>
              </a:rPr>
              <a:t>BUSINESS PLAN + GO-TO-MARKET + STARTUP FUND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00A878"/>
                </a:solidFill>
                <a:latin typeface="Aptos"/>
              </a:rPr>
              <a:t>Quick GIGS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060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The trusted operating layer between Indian businesses and creative talent.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371600"/>
            <a:ext cx="3200400" cy="2926080"/>
          </a:xfrm>
          <a:prstGeom prst="roundRect">
            <a:avLst/>
          </a:prstGeom>
          <a:solidFill>
            <a:srgbClr val="1C2A27"/>
          </a:solidFill>
          <a:ln>
            <a:solidFill>
              <a:srgbClr val="1C2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59" y="153619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THE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59" y="1920240"/>
            <a:ext cx="28346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Describe the work.
Get a verified specialist, a clear price and accountable delivery.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43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C3BF"/>
                </a:solidFill>
                <a:latin typeface="Aptos"/>
              </a:rPr>
              <a:t>Lucknow • India-wide remote delivery • Vinayak Tower, Vibhuti Khand, Lucknow 226028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01 /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1014"/>
                </a:solidFill>
                <a:latin typeface="Aptos"/>
              </a:rPr>
              <a:t>A faster, fairer way to buy creative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AI-assisted briefs, verified supply, escrow and delivery accountability.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5F6368"/>
                </a:solidFill>
                <a:latin typeface="Aptos"/>
              </a:rPr>
              <a:t>QUICK GIGS • BUSINESS PLAN + GTM + STARTUP FUND •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F6368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83280" cy="228600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3017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Describe a rough requirement and receive a structured brief, verified match and clear checkout.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228600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933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CREATOR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017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Join without a platform fee and receive 100% of the service subtotal after approval.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383280" cy="228600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933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BUSINESS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3017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Start with one-off gigs, then expand to monthly plans and managed pods.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01014"/>
                </a:solidFill>
                <a:latin typeface="Aptos"/>
              </a:rPr>
              <a:t>North star: approved, repeatable work delivered on time with a positive rating and fair creator payout.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02 /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1014"/>
                </a:solidFill>
                <a:latin typeface="Aptos"/>
              </a:rPr>
              <a:t>Creative work is needed weekly—but buying it is fragmented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5F6368"/>
                </a:solidFill>
                <a:latin typeface="Aptos"/>
              </a:rPr>
              <a:t>QUICK GIGS • BUSINESS PLAN + GTM + STARTUP FUND •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F6368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606040" cy="256032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BUYER PAIN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22402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Slow hiring
Vague briefs
Unclear pricing
Revision loops
No overflow capacity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828800"/>
            <a:ext cx="2606040" cy="256032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99339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CREATOR PAIN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377440"/>
            <a:ext cx="22402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Lead chasing
Scope confusion
Payout anxiety
Low-quality requests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2606040" cy="256032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9339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AGENCY PAIN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77440"/>
            <a:ext cx="22402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Demand spikes
Specialist gaps
White-label pressure
Coordination cost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828800"/>
            <a:ext cx="2148840" cy="256032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19" y="199339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WHY 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2377440"/>
            <a:ext cx="17830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Short-form content
Creator economy
AI coordination
SMB demand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03 / PRODUCT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1014"/>
                </a:solidFill>
                <a:latin typeface="Aptos"/>
              </a:rPr>
              <a:t>From rough idea to approved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5F6368"/>
                </a:solidFill>
                <a:latin typeface="Aptos"/>
              </a:rPr>
              <a:t>QUICK GIGS • BUSINESS PLAN + GTM + STARTUP FUND •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F6368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1920240" cy="182880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3134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1  Describe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97480"/>
            <a:ext cx="1554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AI structures the request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148840"/>
            <a:ext cx="1920240" cy="182880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3134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2  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697480"/>
            <a:ext cx="1554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Verified specialists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2148840"/>
            <a:ext cx="1920240" cy="182880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23134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3  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697480"/>
            <a:ext cx="1554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Subtotal + GST; escrow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148840"/>
            <a:ext cx="1920240" cy="182880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59" y="23134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4  Deliver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59" y="2697480"/>
            <a:ext cx="1554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Progress and QA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2148840"/>
            <a:ext cx="1920240" cy="182880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59" y="23134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5  Approve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59" y="2697480"/>
            <a:ext cx="1554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Payout after acceptance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548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1014"/>
                </a:solidFill>
                <a:latin typeface="Aptos"/>
              </a:rPr>
              <a:t>Customer breakdown: service amount + GST only. Creator receives 100% of the service subtotal.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04 / BEACHHEAD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1014"/>
                </a:solidFill>
                <a:latin typeface="Aptos"/>
              </a:rPr>
              <a:t>Start narrow around recurring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5F6368"/>
                </a:solidFill>
                <a:latin typeface="Aptos"/>
              </a:rPr>
              <a:t>QUICK GIGS • BUSINESS PLAN + GTM + STARTUP FUND •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F6368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606040" cy="251460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D2C BRANDS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Reels, paid-social creatives, UGC packs and launch content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828800"/>
            <a:ext cx="2606040" cy="251460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99339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AGENCIES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37744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White-label overflow, specialist pods and one delivery record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2606040" cy="251460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9339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REGIONAL SMBs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7744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Starter packages, social presence and low-risk first order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828800"/>
            <a:ext cx="2148840" cy="251460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19" y="199339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CREATOR BUSINESSES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2377440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Podcast clips, short-form repurposing and weekly packs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05 /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1014"/>
                </a:solidFill>
                <a:latin typeface="Aptos"/>
              </a:rPr>
              <a:t>A managed marketplace—not a directory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For Indian businesses that need creative work shipped this week, Quick GIGS turns a rough request into a verified match and accountable delivery.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5F6368"/>
                </a:solidFill>
                <a:latin typeface="Aptos"/>
              </a:rPr>
              <a:t>QUICK GIGS • BUSINESS PLAN + GTM + STARTUP FUND •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F6368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3108960" cy="164592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077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2743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Brief to shortlist in minutes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743200"/>
            <a:ext cx="3108960" cy="164592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9077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291840"/>
            <a:ext cx="2743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Verification, escrow and GST clarity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743200"/>
            <a:ext cx="3108960" cy="164592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9077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FAIRNESS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291840"/>
            <a:ext cx="2743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Zero creator fee and 100% subtotal payout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06 /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1014"/>
                </a:solidFill>
                <a:latin typeface="Aptos"/>
              </a:rPr>
              <a:t>Transparent pricing now; monetisation expands with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5F6368"/>
                </a:solidFill>
                <a:latin typeface="Aptos"/>
              </a:rPr>
              <a:t>QUICK GIGS • BUSINESS PLAN + GTM + STARTUP FUND •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F6368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606040" cy="246888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ONE-OFF GIGS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2240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Starter, Pro and Studio packages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828800"/>
            <a:ext cx="2606040" cy="246888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99339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MONTHLY PLANS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377440"/>
            <a:ext cx="2240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Allowance, seats, SLA and consolidated billing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2606040" cy="246888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9339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MANAGED PODS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77440"/>
            <a:ext cx="2240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Specialists, coordinator and reporting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828800"/>
            <a:ext cx="2148840" cy="246888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19" y="199339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FUTURE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2377440"/>
            <a:ext cx="1783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Customer-side fee, add-ons and priority matching after proof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07 / PRICING AND PAYOUT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1014"/>
                </a:solidFill>
                <a:latin typeface="Aptos"/>
              </a:rPr>
              <a:t>The creator promise is a growth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5F6368"/>
                </a:solidFill>
                <a:latin typeface="Aptos"/>
              </a:rPr>
              <a:t>QUICK GIGS • BUSINESS PLAN + GTM + STARTUP FUND •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F6368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3200400" cy="210312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ILLUSTRATIVE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283464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Service subtotal: ₹2,500
GST example: ₹450
Customer pays: ₹2,950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28800"/>
            <a:ext cx="3200400" cy="210312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99339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CREATOR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77440"/>
            <a:ext cx="283464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Receives: ₹2,500
Platform fee: ₹0
No creator deduction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200400" cy="210312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99339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77440"/>
            <a:ext cx="283464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Keep GST separate. Do not show a customer platform fee while the setting is disabled.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08 / GTM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1014"/>
                </a:solidFill>
                <a:latin typeface="Aptos"/>
              </a:rPr>
              <a:t>Concierge first. Proof second. Scale third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5F6368"/>
                </a:solidFill>
                <a:latin typeface="Aptos"/>
              </a:rPr>
              <a:t>QUICK GIGS • BUSINESS PLAN + GTM + STARTUP FUND •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F6368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057400" cy="228600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WEEKS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1691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Instrument funnel, CRM, QA and creator verification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828800"/>
            <a:ext cx="2057400" cy="228600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199339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WEEKS 3–8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377440"/>
            <a:ext cx="1691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Founder-led matching and paid pilot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1828800"/>
            <a:ext cx="2057400" cy="228600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199339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MONTHS 3–4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377440"/>
            <a:ext cx="1691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Case studies, proof and referrals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828800"/>
            <a:ext cx="2057400" cy="228600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199339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MONTHS 5–8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377440"/>
            <a:ext cx="1691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Partnerships, SEO/AEO and lifecycle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1828800"/>
            <a:ext cx="1828800" cy="228600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19" y="199339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MONTHS 9–12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19" y="2377440"/>
            <a:ext cx="1463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Pods and validated paid scale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09 / CHANNEL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1014"/>
                </a:solidFill>
                <a:latin typeface="Aptos"/>
              </a:rPr>
              <a:t>Five channels, each with a distinct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5F6368"/>
                </a:solidFill>
                <a:latin typeface="Aptos"/>
              </a:rPr>
              <a:t>QUICK GIGS • BUSINESS PLAN + GTM + STARTUP FUND •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F6368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83280" cy="219456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OUTBOUND + REFERRALS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Founder outreach to D2C brands and agencies. Ask for referrals after approved delivery.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219456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933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PARTNERSHIPS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Coworking spaces, accelerators, consultants and agency networks.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383280" cy="219456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933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SEO + PROOF + PAID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Outcome-led pages, delivered-work stories and small paid tests only after validation.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10 / FUNNEL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1014"/>
                </a:solidFill>
                <a:latin typeface="Aptos"/>
              </a:rPr>
              <a:t>Measure approved, repeatable work—not signups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5F6368"/>
                </a:solidFill>
                <a:latin typeface="Aptos"/>
              </a:rPr>
              <a:t>QUICK GIGS • BUSINESS PLAN + GTM + STARTUP FUND •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F6368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560320" cy="228600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LEAD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Qualified lead rate ≥50%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828800"/>
            <a:ext cx="2560320" cy="228600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99339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CONVERSION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377440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Qualified to order 15–30% pilot benchmark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828800"/>
            <a:ext cx="2560320" cy="228600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9339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377440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Match under 15 min; on-time ≥90%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828800"/>
            <a:ext cx="2286000" cy="228600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59" y="199339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9" y="2377440"/>
            <a:ext cx="1920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4.6/5 rating; 35% repeat in 90 days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11 / SUPPLY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1014"/>
                </a:solidFill>
                <a:latin typeface="Aptos"/>
              </a:rPr>
              <a:t>Demand and supply grow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5F6368"/>
                </a:solidFill>
                <a:latin typeface="Aptos"/>
              </a:rPr>
              <a:t>QUICK GIGS • BUSINESS PLAN + GTM + STARTUP FUND •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F6368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83280" cy="256032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RECRUIT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30175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LinkedIn, Instagram, referrals, creator groups and agencies.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256032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933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0175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Portfolio, category fit, availability, rate and turnaround.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383280" cy="256032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933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RETAIN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30175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Clear scope, fair revisions, repeat demand and 100% subtotal payout.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12 / 90-DAY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1014"/>
                </a:solidFill>
                <a:latin typeface="Aptos"/>
              </a:rPr>
              <a:t>Prove the loop before buying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5F6368"/>
                </a:solidFill>
                <a:latin typeface="Aptos"/>
              </a:rPr>
              <a:t>QUICK GIGS • BUSINESS PLAN + GTM + STARTUP FUND •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F6368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146304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DAYS 1–30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Choose three packages, verify 30–40 creators, contact 100 businesses and complete first 10 orders.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212080" cy="146304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9339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DAYS 31–60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7744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Reach 30 paid orders, publish proof, start referrals and identify the best segment.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5212080" cy="146304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22191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DAYS 61–90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Test SEO/AEO, one partnership and one paid-intent campaign.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57600"/>
            <a:ext cx="5212080" cy="146304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822191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EXIT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20624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30 orders • ≥80% on-time • 10 repeat opportunities • 5 case studies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13 / STARTUP FUND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1014"/>
                </a:solidFill>
                <a:latin typeface="Aptos"/>
              </a:rPr>
              <a:t>Recommended funding: ₹35–50 lakh for a lean 12-month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Use ₹15–20 lakh first if founder runway allows a 4–6 month validation pilot.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5F6368"/>
                </a:solidFill>
                <a:latin typeface="Aptos"/>
              </a:rPr>
              <a:t>QUICK GIGS • BUSINESS PLAN + GTM + STARTUP FUND •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F6368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83280" cy="265176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LEAN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30175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₹18 lakh / 6 months
Founder + operations: ₹5L
Product: ₹3L
Sales: ₹2.5L
Supply/QA: ₹2.75L
Other + contingency: ₹4.75L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265176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933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BASE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0175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₹42 lakh / 12 months
Team: ₹14L
Product: ₹7L
Acquisition: ₹6L
Supply/ops: ₹7L
Legal/tools/contingency: ₹8L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383280" cy="265176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933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GROWTH ROUND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30175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₹75L–₹1Cr only after proof
Scale sales, engineering, supply, partnerships and validated paid channels.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14 / FUNDING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1014"/>
                </a:solidFill>
                <a:latin typeface="Aptos"/>
              </a:rPr>
              <a:t>Where the base ₹42 lakh goes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5F6368"/>
                </a:solidFill>
                <a:latin typeface="Aptos"/>
              </a:rPr>
              <a:t>QUICK GIGS • BUSINESS PLAN + GTM + STARTUP FUND •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F6368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514600" cy="123444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Team + founders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₹14L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0A878"/>
                </a:solidFill>
                <a:latin typeface="Aptos"/>
              </a:rPr>
              <a:t>₹14L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828800"/>
            <a:ext cx="2514600" cy="123444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993392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Product +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3774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₹7L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514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0A878"/>
                </a:solidFill>
                <a:latin typeface="Aptos"/>
              </a:rPr>
              <a:t>₹7L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1828800"/>
            <a:ext cx="2514600" cy="123444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993392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Sales + acquisition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774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₹6L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514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0A878"/>
                </a:solidFill>
                <a:latin typeface="Aptos"/>
              </a:rPr>
              <a:t>₹6L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828800"/>
            <a:ext cx="2514600" cy="123444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59" y="1993392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Supply + 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23774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₹4L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2514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0A878"/>
                </a:solidFill>
                <a:latin typeface="Aptos"/>
              </a:rPr>
              <a:t>₹4L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657600"/>
            <a:ext cx="2514600" cy="123444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822191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Content + brand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2062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₹3L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343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0A878"/>
                </a:solidFill>
                <a:latin typeface="Aptos"/>
              </a:rPr>
              <a:t>₹3L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0439" y="3657600"/>
            <a:ext cx="2514600" cy="123444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822191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Support + operations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2062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₹3L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4343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0A878"/>
                </a:solidFill>
                <a:latin typeface="Aptos"/>
              </a:rPr>
              <a:t>₹3L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59" y="3657600"/>
            <a:ext cx="2514600" cy="123444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822191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Legal + compliance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2062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₹2L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343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0A878"/>
                </a:solidFill>
                <a:latin typeface="Aptos"/>
              </a:rPr>
              <a:t>₹2L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8280" y="3657600"/>
            <a:ext cx="2514600" cy="123444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59" y="3822191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Tools + contingency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59" y="42062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₹3L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59" y="4343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0A878"/>
                </a:solidFill>
                <a:latin typeface="Aptos"/>
              </a:rPr>
              <a:t>₹3L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15 / FUNDING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1014"/>
                </a:solidFill>
                <a:latin typeface="Aptos"/>
              </a:rPr>
              <a:t>Raise in stages, based on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5F6368"/>
                </a:solidFill>
                <a:latin typeface="Aptos"/>
              </a:rPr>
              <a:t>QUICK GIGS • BUSINESS PLAN + GTM + STARTUP FUND •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F6368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83280" cy="256032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30175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₹15–20L
30 paid orders
30–40 active creators
5 case studies
First repeat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256032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933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EARLY PMF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0175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₹35–50L total
250 completed orders
35% repeat target
Two reliable channels
First monthly customers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383280" cy="256032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933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EXPANSION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30175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₹75L–₹1Cr+
Paid acquisition works
Agency/pod revenue
Stable quality and contribution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16 /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1014"/>
                </a:solidFill>
                <a:latin typeface="Aptos"/>
              </a:rPr>
              <a:t>Build the loop before buying the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5F6368"/>
                </a:solidFill>
                <a:latin typeface="Aptos"/>
              </a:rPr>
              <a:t>QUICK GIGS • BUSINESS PLAN + GTM + STARTUP FUND •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F6368"/>
                </a:solidFill>
                <a:latin typeface="Apto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101014"/>
                </a:solidFill>
                <a:latin typeface="Aptos"/>
              </a:rPr>
              <a:t>Run a focused Lucknow/NCR-led concierge pilot serving India remotely.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00400"/>
            <a:ext cx="3108960" cy="155448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3649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39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Clear use case, fast shortlist and approved 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3200400"/>
            <a:ext cx="3108960" cy="155448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33649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CREATORS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749039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Fair scope, 100% subtotal payout and repeat demand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200400"/>
            <a:ext cx="3108960" cy="155448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3649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749039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368"/>
                </a:solidFill>
                <a:latin typeface="Aptos"/>
              </a:rPr>
              <a:t>Measurable channels, healthy repeat and contribution visibility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7784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F6368"/>
                </a:solidFill>
                <a:latin typeface="Aptos"/>
              </a:rPr>
              <a:t>Vinayak Tower, Vibhuti Khand, Lucknow 226028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