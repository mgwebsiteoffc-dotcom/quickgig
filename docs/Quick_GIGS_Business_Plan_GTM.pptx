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BUSINESS PLAN + 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9552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ptos Display"/>
              </a:rPr>
              <a:t>Quick GIGS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6949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The fastest, most transparent way for Indian businesses to get creative work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309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CDD5D2"/>
                </a:solidFill>
                <a:latin typeface="Aptos"/>
              </a:rPr>
              <a:t>Business model • 12-month GTM • Operating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291840" cy="2926080"/>
          </a:xfrm>
          <a:prstGeom prst="roundRect">
            <a:avLst/>
          </a:prstGeom>
          <a:solidFill>
            <a:srgbClr val="1C2A27"/>
          </a:solidFill>
          <a:ln>
            <a:solidFill>
              <a:srgbClr val="1C2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371600"/>
            <a:ext cx="64008" cy="292608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554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1938528"/>
            <a:ext cx="29260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Describe the work.
Get a verified specialist, a clear price and accountable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B4BEBB"/>
                </a:solidFill>
                <a:latin typeface="Aptos"/>
              </a:rPr>
              <a:t>Vinayak Tower, Vibhuti Khand, Lucknow 226028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01 /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Creative work is needed weekly—but buying it is still fragmented.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Quick GIGS combines an AI-assisted brief, verified supply, escrow and delivery accountability.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3383280" cy="23317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64008" cy="233172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BUSINESS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87168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Slow hiring
Vague briefs
Unclear pricing
Revision loops
No reliable overflow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20240"/>
            <a:ext cx="3383280" cy="23317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920240"/>
            <a:ext cx="64008" cy="233172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FREELANCER 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87168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Time wasted on chasing leads
Unclear scope
Payout anxiety
Low-quality briefs
No repeatable demand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920240"/>
            <a:ext cx="3383280" cy="23317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920240"/>
            <a:ext cx="64008" cy="233172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WHY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87168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Short-form content cycles
Creator economy growth
SMBs need speed
Agencies need overflow
AI lowers coordination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01014"/>
                </a:solidFill>
                <a:latin typeface="Aptos"/>
              </a:rPr>
              <a:t>The wedge: speed + trust. Not another directory—an accountable path from rough request to approved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02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One workflow from rough idea to approved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The product should feel simple to the buyer and fair to the creator.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1920240" cy="1874519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3042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A87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155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AI structures the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103120"/>
            <a:ext cx="1920240" cy="1874519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3042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A87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127248"/>
            <a:ext cx="155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Verified specialists, scored transparently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103120"/>
            <a:ext cx="1920240" cy="1874519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23042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A87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127248"/>
            <a:ext cx="155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Service amount + GST; escrow protected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103120"/>
            <a:ext cx="1920240" cy="1874519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23042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A87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3127248"/>
            <a:ext cx="155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Progress, feedback and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103120"/>
            <a:ext cx="1920240" cy="1874519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48672" y="23042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0A878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267919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Approve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127248"/>
            <a:ext cx="1554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Release payout after acceptance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01014"/>
                </a:solidFill>
                <a:latin typeface="Aptos"/>
              </a:rPr>
              <a:t>Customer-facing transaction breakdown: service subtotal + GST only. Creator receives 100% of the service subtotal.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03 /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Start narrow: recurring content buyers with an urgent weekly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Win one job type repeatedly before expanding the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606040" cy="28803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4008" cy="288036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D2C 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95728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Launch reels
Paid-social creatives
UGC packs
Thumbnails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606040" cy="288036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64008" cy="288036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11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AGENCIES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395728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White-label overflow
Specialist pods
Fast turnaround
Consolidated billing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606040" cy="28803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64008" cy="288036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REGIONAL SMBs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395728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Social presence
Starter gigs
Local-language needs
Low-risk first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377440" cy="28803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64008" cy="288036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011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CREATOR-LED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395728"/>
            <a:ext cx="2011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Podcast clips
Repurposing
UGC content
Recurring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5F6368"/>
                </a:solidFill>
                <a:latin typeface="Aptos"/>
              </a:rPr>
              <a:t>Initial geography: Lucknow + NCR-led supply and demand, serving businesses across India remotely.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04 /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A managed marketplace—not a list of profiles.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Position Quick GIGS around outcomes, transparency and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01014"/>
                </a:solidFill>
                <a:latin typeface="Aptos"/>
              </a:rPr>
              <a:t>For Indian businesses that need creative work shipped this week, Quick GIGS turns a rough request into a verified match and accountable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3108960" cy="16459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64008" cy="164592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383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767328"/>
            <a:ext cx="2743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Brief to shortlist in minutes
Fast, packaged services
Rush lanes when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200400"/>
            <a:ext cx="3108960" cy="16459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3200400"/>
            <a:ext cx="64008" cy="164592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3383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767328"/>
            <a:ext cx="2743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Verified profiles
Escrow protection
Clear GST and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00400"/>
            <a:ext cx="3108960" cy="16459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200400"/>
            <a:ext cx="64008" cy="164592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33832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3767328"/>
            <a:ext cx="2743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Zero creator platform fee
100% of service subtotal
Visible payout expectation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05 /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Transparent pricing now; monetisation expands with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Do not compromise the creator promise to force early take-rate.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56032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64008" cy="246888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11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ONE-OFF GIGS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2194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Starter, Pro and Studio packages
Customer pays: subtotal + GST
Creator receives: 100% subtotal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560320" cy="246888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64008" cy="246888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11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MONTHLY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395728"/>
            <a:ext cx="2194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Team seats
Defined allowance
SLA and reporting
One consolidated invoice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2560320" cy="246888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64008" cy="246888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011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MANAGED PODS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2395728"/>
            <a:ext cx="2194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Dedicated specialists
Account coordination
Quality reporting
White-label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828800"/>
            <a:ext cx="246888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828800"/>
            <a:ext cx="64008" cy="246888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0116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FUTURE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395728"/>
            <a:ext cx="21031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Configurable customer-side fee
Add-on packs
Priority matching
Only after repeat is proven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01014"/>
                </a:solidFill>
                <a:latin typeface="Aptos"/>
              </a:rPr>
              <a:t>Guardrail: no creator deduction and no customer-facing platform-fee language until intentionally activated.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06 / GO-TO-MARKET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Concierge first. Proof second. Scale third.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Every phase earns the right to invest in the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1920240" cy="20574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24912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54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F6368"/>
                </a:solidFill>
                <a:latin typeface="Aptos"/>
              </a:rPr>
              <a:t>Weeks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1129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Events, CRM, QA rubric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9260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148840"/>
            <a:ext cx="1920240" cy="20574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724912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54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F6368"/>
                </a:solidFill>
                <a:latin typeface="Aptos"/>
              </a:rPr>
              <a:t>Weeks 3–8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351129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Founder-led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29260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148840"/>
            <a:ext cx="1920240" cy="20574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724912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3154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F6368"/>
                </a:solidFill>
                <a:latin typeface="Aptos"/>
              </a:rPr>
              <a:t>Months 3–4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51129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Case studies + delivered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29260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148840"/>
            <a:ext cx="1920240" cy="205740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724912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Repeat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154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F6368"/>
                </a:solidFill>
                <a:latin typeface="Aptos"/>
              </a:rPr>
              <a:t>Months 5–8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351129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Partners, SEO, referrals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292608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00A878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2148840"/>
            <a:ext cx="1920240" cy="205740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2" y="23591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0A878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2724912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01014"/>
                </a:solidFill>
                <a:latin typeface="Aptos"/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1546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5F6368"/>
                </a:solidFill>
                <a:latin typeface="Aptos"/>
              </a:rPr>
              <a:t>Months 9–12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351129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368"/>
                </a:solidFill>
                <a:latin typeface="Aptos"/>
              </a:rPr>
              <a:t>Pods + controlled 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01014"/>
                </a:solidFill>
                <a:latin typeface="Aptos"/>
              </a:rPr>
              <a:t>Scale only after repeat orders, on-time delivery and creator activation are healthy.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07 / CHANNEL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Five channels, each with a distinct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Avoid broad awareness spend before the economics are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10512"/>
            <a:ext cx="10927080" cy="512064"/>
          </a:xfrm>
          <a:prstGeom prst="rect">
            <a:avLst/>
          </a:prstGeom>
          <a:solidFill>
            <a:srgbClr val="EAF8F3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Founder outbound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3852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D2C founders, agencies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385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Brief teardown + shortlist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3852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Qualified meeting →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50591"/>
            <a:ext cx="10927080" cy="512064"/>
          </a:xfrm>
          <a:prstGeom prst="rect">
            <a:avLst/>
          </a:prstGeom>
          <a:solidFill>
            <a:srgbClr val="F8FAF9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7860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Referrals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57860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Buyers + 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786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Credit / priority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57860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Referral order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90672"/>
            <a:ext cx="10927080" cy="512064"/>
          </a:xfrm>
          <a:prstGeom prst="rect">
            <a:avLst/>
          </a:prstGeom>
          <a:solidFill>
            <a:srgbClr val="EAF8F3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21868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Coworking, accelerators, consultants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21868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Member starter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21868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Orders per partner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10927080" cy="512064"/>
          </a:xfrm>
          <a:prstGeom prst="rect">
            <a:avLst/>
          </a:prstGeom>
          <a:solidFill>
            <a:srgbClr val="F8FAF9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85876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SEO / AEO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85876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High-intent searchers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85876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Pricing, UGC, reels and GST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85876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Qualified organic leads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70831"/>
            <a:ext cx="10927080" cy="512064"/>
          </a:xfrm>
          <a:prstGeom prst="rect">
            <a:avLst/>
          </a:prstGeom>
          <a:solidFill>
            <a:srgbClr val="EAF8F3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498847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Proof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498847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Founders + marketers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498847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Delivered work and transparent maths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498847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Qualified traffic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10912"/>
            <a:ext cx="10927080" cy="512064"/>
          </a:xfrm>
          <a:prstGeom prst="rect">
            <a:avLst/>
          </a:prstGeom>
          <a:solidFill>
            <a:srgbClr val="F8FAF9"/>
          </a:solidFill>
          <a:ln>
            <a:solidFill>
              <a:srgbClr val="DA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389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01014"/>
                </a:solidFill>
                <a:latin typeface="Aptos"/>
              </a:rPr>
              <a:t>Paid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13892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Validated segments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513892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Outcome-led search/social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138928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CAC + payback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Operating rhythm: 50 targeted accounts + 10 personalised demos + 2 proof assets per week in pilot.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08 /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Measure approved, repeatable work—not vanity signups.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The north-star is approved work delivered on time with a positive rating and a fair payout.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337560" cy="1417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Lead → qualified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≥50%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163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Clear use case +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37560" cy="14173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Qualified →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591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15–30%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Concierge benchmark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828800"/>
            <a:ext cx="3337560" cy="1417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01168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Match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23591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&lt;15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28163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Median shortlist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337560" cy="14173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93192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On-time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279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≥90%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7365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Delivery reliability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337560" cy="14173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3192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Rating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79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≥4.6/5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365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Buyer trust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59" y="3749039"/>
            <a:ext cx="3337560" cy="14173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9" y="393192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F6368"/>
                </a:solidFill>
                <a:latin typeface="Aptos"/>
              </a:rPr>
              <a:t>Repeat in 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42793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0A878"/>
                </a:solidFill>
                <a:latin typeface="Aptos"/>
              </a:rPr>
              <a:t>≥35%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473659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Lifecycle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09 / SUPPLY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Demand and supply grow together around real packages.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Recruit for proof of work and route first jobs quickly.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383280" cy="28803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64008" cy="288036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116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RECRUIT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95728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LinkedIn, Instagram, referrals, creator communities and agencies.
Prioritise portfolio proof, response time and category 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83280" cy="288036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28800"/>
            <a:ext cx="64008" cy="288036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0116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95728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Profile approved
Availability set
Rate and turnaround clear
First brief accepted
First delivery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828800"/>
            <a:ext cx="3383280" cy="28803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828800"/>
            <a:ext cx="64008" cy="288036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20116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RETAIN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395728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100% subtotal payout
Clear scope
Fair revision policy
Repeat demand
Agency/team profiles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10 / 90-DAY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The first 90 days are about proving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Do the hard operational work before automating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417320" cy="502920"/>
          </a:xfrm>
          <a:prstGeom prst="round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Weeks 1–2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9052560" cy="5029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947672"/>
            <a:ext cx="8549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01014"/>
                </a:solidFill>
                <a:latin typeface="Aptos"/>
              </a:rPr>
              <a:t>Instrument funnel; choose 3 packages; define QA and verification rubrics.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1417320" cy="502920"/>
          </a:xfrm>
          <a:prstGeom prst="round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609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Weeks 3–4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514600"/>
            <a:ext cx="9052560" cy="5029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33472"/>
            <a:ext cx="8549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01014"/>
                </a:solidFill>
                <a:latin typeface="Aptos"/>
              </a:rPr>
              <a:t>Recruit 30–40 specialists; contact 100 target businesses; run demos.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1417320" cy="502920"/>
          </a:xfrm>
          <a:prstGeom prst="round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467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Weeks 5–8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3200400"/>
            <a:ext cx="9052560" cy="5029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3319272"/>
            <a:ext cx="8549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01014"/>
                </a:solidFill>
                <a:latin typeface="Aptos"/>
              </a:rPr>
              <a:t>Deliver manually; interview buyers; publish proof; ask for referrals.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1417320" cy="502920"/>
          </a:xfrm>
          <a:prstGeom prst="round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325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Weeks 9–10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886200"/>
            <a:ext cx="9052560" cy="50292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2032" y="4005072"/>
            <a:ext cx="8549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01014"/>
                </a:solidFill>
                <a:latin typeface="Aptos"/>
              </a:rPr>
              <a:t>Improve onboarding, matching explanations and pricing pages.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417320" cy="502920"/>
          </a:xfrm>
          <a:prstGeom prst="roundRect">
            <a:avLst/>
          </a:prstGeom>
          <a:solidFill>
            <a:srgbClr val="101014"/>
          </a:solidFill>
          <a:ln>
            <a:solidFill>
              <a:srgbClr val="101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183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Weeks 11–12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572000"/>
            <a:ext cx="9052560" cy="50292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4690872"/>
            <a:ext cx="8549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01014"/>
                </a:solidFill>
                <a:latin typeface="Aptos"/>
              </a:rPr>
              <a:t>Test one partner and one paid-intent campaign; review economics.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A878"/>
                </a:solidFill>
                <a:latin typeface="Aptos"/>
              </a:rPr>
              <a:t>Pilot exit: 30 paid orders • ≥80% on-time • 10 repeat opportunities • 5 case studies.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11 /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Scale when contribution and repeat are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Illustrative assumptions for planning—not audited forecasts.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46888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64008" cy="246888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116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8"/>
            <a:ext cx="21031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₹2,499
Average service subtotal
Replace with blended live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2468880" cy="246888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64008" cy="246888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0116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GST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395728"/>
            <a:ext cx="21031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18% / ₹450
Shown separately
Confirm treatment with tax adviser.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468880" cy="246888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64008" cy="246888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CREATOR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395728"/>
            <a:ext cx="21031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₹2,499
100% of subtotal
No creator platform fee.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828800"/>
            <a:ext cx="2468880" cy="246888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828800"/>
            <a:ext cx="64008" cy="246888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0116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SCALE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395728"/>
            <a:ext cx="21031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CAC payback
within 3 months
Only scale winning channels.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01014"/>
                </a:solidFill>
                <a:latin typeface="Aptos"/>
              </a:rPr>
              <a:t>Keep payouts, GST, refunds, payment processing, support and contribution separate in the ledger.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12 /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Trust is the moat—and the operating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Make quality and fairness measurable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37160" cy="530352"/>
          </a:xfrm>
          <a:prstGeom prst="round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Cold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Concierge matching + human callback +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137160" cy="530352"/>
          </a:xfrm>
          <a:prstGeom prst="round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5786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Quality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78608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Narrow categories + QA checklist + pause weak supply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82696"/>
            <a:ext cx="137160" cy="530352"/>
          </a:xfrm>
          <a:prstGeom prst="round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28415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Scope creep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28415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Structured brief + deliverables + revision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32504"/>
            <a:ext cx="137160" cy="530352"/>
          </a:xfrm>
          <a:prstGeom prst="round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782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Paid CAC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07822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Pilot first + strict stop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82312"/>
            <a:ext cx="137160" cy="530352"/>
          </a:xfrm>
          <a:prstGeom prst="round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2803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014"/>
                </a:solidFill>
                <a:latin typeface="Aptos"/>
              </a:rPr>
              <a:t>Tax /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828031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Qualified Indian tax adviser reviews GST, TDS and contracts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00A878"/>
                </a:solidFill>
                <a:latin typeface="Aptos"/>
              </a:rPr>
              <a:t>13 /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01014"/>
                </a:solidFill>
                <a:latin typeface="Aptos Display"/>
              </a:rPr>
              <a:t>Build the loop before buying the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The next decision is a focused concierge pilot, not a broad marketplace launch.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5F6368"/>
                </a:solidFill>
                <a:latin typeface="Aptos"/>
              </a:rPr>
              <a:t>QUICK GIGS  •  BUSINESS PLAN + GTM  •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5F6368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01014"/>
                </a:solidFill>
                <a:latin typeface="Aptos"/>
              </a:rPr>
              <a:t>What success looks like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3246120" cy="1737360"/>
          </a:xfrm>
          <a:prstGeom prst="roundRect">
            <a:avLst/>
          </a:prstGeom>
          <a:solidFill>
            <a:srgbClr val="EAF8F3"/>
          </a:solidFill>
          <a:ln>
            <a:solidFill>
              <a:srgbClr val="EA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743200"/>
            <a:ext cx="64008" cy="1737360"/>
          </a:xfrm>
          <a:prstGeom prst="rect">
            <a:avLst/>
          </a:prstGeom>
          <a:solidFill>
            <a:srgbClr val="00A878"/>
          </a:solidFill>
          <a:ln>
            <a:solidFill>
              <a:srgbClr val="00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2608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10128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A clear, repeatable use case
Fast shortlist
Approved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743200"/>
            <a:ext cx="3246120" cy="1737360"/>
          </a:xfrm>
          <a:prstGeom prst="roundRect">
            <a:avLst/>
          </a:prstGeom>
          <a:solidFill>
            <a:srgbClr val="F4F0FF"/>
          </a:solidFill>
          <a:ln>
            <a:solidFill>
              <a:srgbClr val="F4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743200"/>
            <a:ext cx="64008" cy="1737360"/>
          </a:xfrm>
          <a:prstGeom prst="rect">
            <a:avLst/>
          </a:prstGeom>
          <a:solidFill>
            <a:srgbClr val="2A86E6"/>
          </a:solidFill>
          <a:ln>
            <a:solidFill>
              <a:srgbClr val="2A8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92608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CREATORS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310128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Fair scope
100% subtotal payout
Repeat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43200"/>
            <a:ext cx="3246120" cy="17373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743200"/>
            <a:ext cx="64008" cy="1737360"/>
          </a:xfrm>
          <a:prstGeom prst="rect">
            <a:avLst/>
          </a:prstGeom>
          <a:solidFill>
            <a:srgbClr val="E6A000"/>
          </a:solidFill>
          <a:ln>
            <a:solidFill>
              <a:srgbClr val="E6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92608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01014"/>
                </a:solidFill>
                <a:latin typeface="Aptos"/>
              </a:rPr>
              <a:t>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310128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368"/>
                </a:solidFill>
                <a:latin typeface="Aptos"/>
              </a:rPr>
              <a:t>Measurable channel
Healthy repeat
Contribution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0A878"/>
                </a:solidFill>
                <a:latin typeface="Aptos"/>
              </a:rPr>
              <a:t>Recommended starting point: Lucknow/NCR-led supply and demand, serving businesses across India remotely.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F6368"/>
                </a:solidFill>
                <a:latin typeface="Aptos"/>
              </a:rPr>
              <a:t>Vinayak Tower, Vibhuti Khand, Lucknow 226028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